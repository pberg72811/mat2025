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F6143BF-636C-4E7B-BFC7-6C22B2C24BCA}" v="68" dt="2025-10-30T18:07:44.40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8464" autoAdjust="0"/>
    <p:restoredTop sz="94660"/>
  </p:normalViewPr>
  <p:slideViewPr>
    <p:cSldViewPr snapToGrid="0">
      <p:cViewPr varScale="1">
        <p:scale>
          <a:sx n="102" d="100"/>
          <a:sy n="102" d="100"/>
        </p:scale>
        <p:origin x="1326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10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aul Bergman" userId="85a05a1c-e9bf-4792-8654-98dc8e13ab5f" providerId="ADAL" clId="{86A182D5-23AE-4DBA-B5EE-04C009A7B9A4}"/>
    <pc:docChg chg="undo custSel addSld modSld">
      <pc:chgData name="Paul Bergman" userId="85a05a1c-e9bf-4792-8654-98dc8e13ab5f" providerId="ADAL" clId="{86A182D5-23AE-4DBA-B5EE-04C009A7B9A4}" dt="2025-10-30T18:08:08.612" v="865" actId="478"/>
      <pc:docMkLst>
        <pc:docMk/>
      </pc:docMkLst>
      <pc:sldChg chg="addSp delSp modSp mod">
        <pc:chgData name="Paul Bergman" userId="85a05a1c-e9bf-4792-8654-98dc8e13ab5f" providerId="ADAL" clId="{86A182D5-23AE-4DBA-B5EE-04C009A7B9A4}" dt="2025-10-30T16:28:12.706" v="439" actId="122"/>
        <pc:sldMkLst>
          <pc:docMk/>
          <pc:sldMk cId="3940127127" sldId="256"/>
        </pc:sldMkLst>
        <pc:spChg chg="mod">
          <ac:chgData name="Paul Bergman" userId="85a05a1c-e9bf-4792-8654-98dc8e13ab5f" providerId="ADAL" clId="{86A182D5-23AE-4DBA-B5EE-04C009A7B9A4}" dt="2025-10-30T16:17:11.752" v="244" actId="1035"/>
          <ac:spMkLst>
            <pc:docMk/>
            <pc:sldMk cId="3940127127" sldId="256"/>
            <ac:spMk id="14" creationId="{7C589D9B-0B95-F144-9848-0E6D668B1FC8}"/>
          </ac:spMkLst>
        </pc:spChg>
        <pc:spChg chg="mod">
          <ac:chgData name="Paul Bergman" userId="85a05a1c-e9bf-4792-8654-98dc8e13ab5f" providerId="ADAL" clId="{86A182D5-23AE-4DBA-B5EE-04C009A7B9A4}" dt="2025-10-30T16:18:16.357" v="249" actId="1035"/>
          <ac:spMkLst>
            <pc:docMk/>
            <pc:sldMk cId="3940127127" sldId="256"/>
            <ac:spMk id="15" creationId="{78C55C5A-DB68-E0D0-5452-8C3F0FBF0FBD}"/>
          </ac:spMkLst>
        </pc:spChg>
        <pc:spChg chg="mod">
          <ac:chgData name="Paul Bergman" userId="85a05a1c-e9bf-4792-8654-98dc8e13ab5f" providerId="ADAL" clId="{86A182D5-23AE-4DBA-B5EE-04C009A7B9A4}" dt="2025-10-30T16:19:56.321" v="250" actId="1076"/>
          <ac:spMkLst>
            <pc:docMk/>
            <pc:sldMk cId="3940127127" sldId="256"/>
            <ac:spMk id="16" creationId="{50509CBA-6DEA-88C3-6D20-2E4AEAB09CE7}"/>
          </ac:spMkLst>
        </pc:spChg>
        <pc:spChg chg="add del">
          <ac:chgData name="Paul Bergman" userId="85a05a1c-e9bf-4792-8654-98dc8e13ab5f" providerId="ADAL" clId="{86A182D5-23AE-4DBA-B5EE-04C009A7B9A4}" dt="2025-10-30T16:08:32.113" v="123" actId="478"/>
          <ac:spMkLst>
            <pc:docMk/>
            <pc:sldMk cId="3940127127" sldId="256"/>
            <ac:spMk id="17" creationId="{3A418CED-D64B-CC47-0679-7720C41A97EF}"/>
          </ac:spMkLst>
        </pc:spChg>
        <pc:spChg chg="add mod">
          <ac:chgData name="Paul Bergman" userId="85a05a1c-e9bf-4792-8654-98dc8e13ab5f" providerId="ADAL" clId="{86A182D5-23AE-4DBA-B5EE-04C009A7B9A4}" dt="2025-10-30T16:24:58.547" v="379" actId="1038"/>
          <ac:spMkLst>
            <pc:docMk/>
            <pc:sldMk cId="3940127127" sldId="256"/>
            <ac:spMk id="18" creationId="{877F6699-9C95-88EB-C79C-CA0DA4AE25E8}"/>
          </ac:spMkLst>
        </pc:spChg>
        <pc:spChg chg="add mod">
          <ac:chgData name="Paul Bergman" userId="85a05a1c-e9bf-4792-8654-98dc8e13ab5f" providerId="ADAL" clId="{86A182D5-23AE-4DBA-B5EE-04C009A7B9A4}" dt="2025-10-30T16:25:08.065" v="381" actId="14100"/>
          <ac:spMkLst>
            <pc:docMk/>
            <pc:sldMk cId="3940127127" sldId="256"/>
            <ac:spMk id="19" creationId="{FFF75CCA-0023-D251-74BF-84B2CB926A8B}"/>
          </ac:spMkLst>
        </pc:spChg>
        <pc:graphicFrameChg chg="mod modGraphic">
          <ac:chgData name="Paul Bergman" userId="85a05a1c-e9bf-4792-8654-98dc8e13ab5f" providerId="ADAL" clId="{86A182D5-23AE-4DBA-B5EE-04C009A7B9A4}" dt="2025-10-30T16:28:12.706" v="439" actId="122"/>
          <ac:graphicFrameMkLst>
            <pc:docMk/>
            <pc:sldMk cId="3940127127" sldId="256"/>
            <ac:graphicFrameMk id="13" creationId="{9EA5B8FB-60C4-CC38-BA30-3133875EAC44}"/>
          </ac:graphicFrameMkLst>
        </pc:graphicFrameChg>
      </pc:sldChg>
      <pc:sldChg chg="addSp delSp modSp add mod">
        <pc:chgData name="Paul Bergman" userId="85a05a1c-e9bf-4792-8654-98dc8e13ab5f" providerId="ADAL" clId="{86A182D5-23AE-4DBA-B5EE-04C009A7B9A4}" dt="2025-10-30T18:08:08.612" v="865" actId="478"/>
        <pc:sldMkLst>
          <pc:docMk/>
          <pc:sldMk cId="283100849" sldId="257"/>
        </pc:sldMkLst>
        <pc:spChg chg="add mod">
          <ac:chgData name="Paul Bergman" userId="85a05a1c-e9bf-4792-8654-98dc8e13ab5f" providerId="ADAL" clId="{86A182D5-23AE-4DBA-B5EE-04C009A7B9A4}" dt="2025-10-30T18:00:16.246" v="700" actId="20577"/>
          <ac:spMkLst>
            <pc:docMk/>
            <pc:sldMk cId="283100849" sldId="257"/>
            <ac:spMk id="4" creationId="{982B4164-A272-8B48-8492-FA08CC44A027}"/>
          </ac:spMkLst>
        </pc:spChg>
        <pc:spChg chg="add mod">
          <ac:chgData name="Paul Bergman" userId="85a05a1c-e9bf-4792-8654-98dc8e13ab5f" providerId="ADAL" clId="{86A182D5-23AE-4DBA-B5EE-04C009A7B9A4}" dt="2025-10-30T18:01:21.702" v="834" actId="1076"/>
          <ac:spMkLst>
            <pc:docMk/>
            <pc:sldMk cId="283100849" sldId="257"/>
            <ac:spMk id="5" creationId="{0301DFC7-E323-D297-C1E2-EF181638E374}"/>
          </ac:spMkLst>
        </pc:spChg>
        <pc:spChg chg="add mod">
          <ac:chgData name="Paul Bergman" userId="85a05a1c-e9bf-4792-8654-98dc8e13ab5f" providerId="ADAL" clId="{86A182D5-23AE-4DBA-B5EE-04C009A7B9A4}" dt="2025-10-30T18:01:29.368" v="835" actId="1076"/>
          <ac:spMkLst>
            <pc:docMk/>
            <pc:sldMk cId="283100849" sldId="257"/>
            <ac:spMk id="6" creationId="{1729D6C8-DE6A-D671-2A10-79C42882357B}"/>
          </ac:spMkLst>
        </pc:spChg>
        <pc:spChg chg="mod">
          <ac:chgData name="Paul Bergman" userId="85a05a1c-e9bf-4792-8654-98dc8e13ab5f" providerId="ADAL" clId="{86A182D5-23AE-4DBA-B5EE-04C009A7B9A4}" dt="2025-10-30T18:00:43.153" v="704" actId="1076"/>
          <ac:spMkLst>
            <pc:docMk/>
            <pc:sldMk cId="283100849" sldId="257"/>
            <ac:spMk id="15" creationId="{22F9D515-626C-22B2-0667-E9D688115032}"/>
          </ac:spMkLst>
        </pc:spChg>
        <pc:spChg chg="del">
          <ac:chgData name="Paul Bergman" userId="85a05a1c-e9bf-4792-8654-98dc8e13ab5f" providerId="ADAL" clId="{86A182D5-23AE-4DBA-B5EE-04C009A7B9A4}" dt="2025-10-30T18:08:08.612" v="865" actId="478"/>
          <ac:spMkLst>
            <pc:docMk/>
            <pc:sldMk cId="283100849" sldId="257"/>
            <ac:spMk id="16" creationId="{B131C745-8746-9754-53CD-EE30505C37D6}"/>
          </ac:spMkLst>
        </pc:spChg>
        <pc:spChg chg="mod">
          <ac:chgData name="Paul Bergman" userId="85a05a1c-e9bf-4792-8654-98dc8e13ab5f" providerId="ADAL" clId="{86A182D5-23AE-4DBA-B5EE-04C009A7B9A4}" dt="2025-10-30T18:00:37.880" v="703" actId="14100"/>
          <ac:spMkLst>
            <pc:docMk/>
            <pc:sldMk cId="283100849" sldId="257"/>
            <ac:spMk id="19" creationId="{994EE32B-7E32-07EE-E64B-A006BE3094E2}"/>
          </ac:spMkLst>
        </pc:spChg>
        <pc:graphicFrameChg chg="add">
          <ac:chgData name="Paul Bergman" userId="85a05a1c-e9bf-4792-8654-98dc8e13ab5f" providerId="ADAL" clId="{86A182D5-23AE-4DBA-B5EE-04C009A7B9A4}" dt="2025-10-30T17:59:25.364" v="544"/>
          <ac:graphicFrameMkLst>
            <pc:docMk/>
            <pc:sldMk cId="283100849" sldId="257"/>
            <ac:graphicFrameMk id="2" creationId="{B645F2DE-4C4B-E352-7F13-186DE0528A67}"/>
          </ac:graphicFrameMkLst>
        </pc:graphicFrameChg>
        <pc:graphicFrameChg chg="add mod modGraphic">
          <ac:chgData name="Paul Bergman" userId="85a05a1c-e9bf-4792-8654-98dc8e13ab5f" providerId="ADAL" clId="{86A182D5-23AE-4DBA-B5EE-04C009A7B9A4}" dt="2025-10-30T18:07:44.407" v="864"/>
          <ac:graphicFrameMkLst>
            <pc:docMk/>
            <pc:sldMk cId="283100849" sldId="257"/>
            <ac:graphicFrameMk id="3" creationId="{59CF2094-302D-2909-0532-4830350C55E8}"/>
          </ac:graphicFrameMkLst>
        </pc:graphicFrameChg>
        <pc:graphicFrameChg chg="mod modGraphic">
          <ac:chgData name="Paul Bergman" userId="85a05a1c-e9bf-4792-8654-98dc8e13ab5f" providerId="ADAL" clId="{86A182D5-23AE-4DBA-B5EE-04C009A7B9A4}" dt="2025-10-30T17:59:36.727" v="550" actId="1038"/>
          <ac:graphicFrameMkLst>
            <pc:docMk/>
            <pc:sldMk cId="283100849" sldId="257"/>
            <ac:graphicFrameMk id="13" creationId="{2DC2DFF0-34DB-9AB7-A33C-B4B418330804}"/>
          </ac:graphicFrameMkLst>
        </pc:graphicFrame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D5FC2C-8C40-9F97-E64E-AEFD6FD8735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66EB2F0-9F63-DE8A-34D1-8C16F7FD2B0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68D0E6-4A43-4D6C-3DEE-E927D7DB99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E58257-6CEB-4354-914D-D738C841C567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6AA4A5-FDE6-BD63-8335-B370AA1D28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79AF6E-C03A-6031-4AC9-7815F78569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4C383C-31A0-45C4-98BE-7F059450CF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01712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043876-E2CB-B2BD-3542-07411CEB0F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9ABFB7-2FD0-FD94-DBDD-72219B40A0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C2C299-877C-4609-F735-47BBE0F7B5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E58257-6CEB-4354-914D-D738C841C567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70EB80-EB5E-CAD1-2BE0-AA55D7E1D9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579D9E-88C2-2853-9CBD-12250DEF07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4C383C-31A0-45C4-98BE-7F059450CF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39547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45AF3-9652-B11E-EBA4-2998242517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6EF8158-6388-1329-E3B2-C77224632B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B5B75D-8493-1777-971A-52B2DDE3FF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E58257-6CEB-4354-914D-D738C841C567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E24D0A-7B80-10BB-A139-D54A0FF048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1EF168-EB46-797D-F5AE-4EA7A91045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4C383C-31A0-45C4-98BE-7F059450CF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66223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53987F-3ED2-2671-259B-020DBA0953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02FCB1-94A5-56A8-2615-8A3EA919B74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108A4C-D691-DDC8-4E5D-4B87D0DF985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DFB539D-8F94-332C-495B-6E5AE2F535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E58257-6CEB-4354-914D-D738C841C567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EAE72DD-FC31-F4AC-DC1B-F753821F4F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4E34166-DCB8-FA62-85A2-6594C08E08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4C383C-31A0-45C4-98BE-7F059450CF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49963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B6BA55-F0C3-320B-4710-FFDC5C40DD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FEDE7D-F0AA-2874-9DB7-F3E6AAE9A7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8D2050-9B5A-727B-CA6F-7505134BD06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6FE7A46-5C8A-1D34-4047-1450579E461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B3DC2B5-1164-57D6-D590-8F047140242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8DE5A23-5943-E312-DCF4-55FD0F446D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E58257-6CEB-4354-914D-D738C841C567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7B4EE63-716B-14F2-689D-4F4CBB0B5F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8F3E45E-8105-E46A-2C72-E96079FA09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4C383C-31A0-45C4-98BE-7F059450CF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24383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9FBE39-6F3F-6C96-0C1C-F89B4544BF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8115DCE-CEC4-27DD-B333-3A2D1C5FEF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E58257-6CEB-4354-914D-D738C841C567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DA38CC9-B71B-CA42-462E-393CF6C74C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3179073-3F9A-9B60-6DB9-60A81EFDC1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4C383C-31A0-45C4-98BE-7F059450CF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60611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E031AF5-8941-4E11-FED9-8A66A3DC41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E58257-6CEB-4354-914D-D738C841C567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67884C5-A65C-B2BD-1E79-D1BFDBBC12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2036DC0-A1B7-D5A2-CAED-2490933E9F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4C383C-31A0-45C4-98BE-7F059450CF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75491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A9CD5B-330F-A490-85BE-DD0A8A943C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773F0B-D62A-B5BF-9C8E-05AD4B650A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67F9C24-8841-796B-3C9B-D4AA6AD3932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1DE928-23E2-7E16-47C3-ECCA9545BD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E58257-6CEB-4354-914D-D738C841C567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4120A47-680C-4B58-3734-0907B5FEAB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EBBBC8F-16E5-D8DC-BEF4-E2E4A3BDDA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4C383C-31A0-45C4-98BE-7F059450CF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85796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439075-8822-D9AE-5B28-090F7B0CE2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6256175-28F3-FA9F-781D-5F5D863AADB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521B8ED-DF4C-E3CB-AD26-EFD37E33A18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A9CF6F7-DB0C-8FE7-AC42-672540D02A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E58257-6CEB-4354-914D-D738C841C567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3270695-B146-82B1-2B61-A80AB894CA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502EDC2-66E1-C433-804B-418D5327BE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4C383C-31A0-45C4-98BE-7F059450CF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82752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E281AD-06D5-70E2-B006-AA11F163BC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99EC49D-103E-7BC2-4834-DE8B8D4AE45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EC4F32-BE27-E26C-9216-02ADAA55B4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E58257-6CEB-4354-914D-D738C841C567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1B9C25-2A75-58B4-0F86-79E8AEBF54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2A9EBA-BE96-4772-33D0-6BEB16F67D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4C383C-31A0-45C4-98BE-7F059450CF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16539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2435EEA-A74A-76D2-6C65-517EA669847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9C98068-FFD0-633C-DC2D-CFD18FEC193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3119FE-DAF4-05D7-4D7B-98F99B3C6C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E58257-6CEB-4354-914D-D738C841C567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A42B9A-8FED-667F-BCA4-1DDF3D3A9B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8D10D9-AB18-1997-1263-E07CE2B640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4C383C-31A0-45C4-98BE-7F059450CF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74413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16A306C-B543-A664-8C7A-827892C31C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8581D91-99F4-C828-C973-FF6AC1176B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00B20C-A453-8175-3738-470CF8BC969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8E58257-6CEB-4354-914D-D738C841C567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7F75FC-C256-9423-A0D2-49DC6F25466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8FD20A-B101-C40A-E289-2C91359BACF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A4C383C-31A0-45C4-98BE-7F059450CF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10539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9EA5B8FB-60C4-CC38-BA30-3133875EAC4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16657739"/>
              </p:ext>
            </p:extLst>
          </p:nvPr>
        </p:nvGraphicFramePr>
        <p:xfrm>
          <a:off x="1752602" y="1234440"/>
          <a:ext cx="8686796" cy="438912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510988">
                  <a:extLst>
                    <a:ext uri="{9D8B030D-6E8A-4147-A177-3AD203B41FA5}">
                      <a16:colId xmlns:a16="http://schemas.microsoft.com/office/drawing/2014/main" val="414909843"/>
                    </a:ext>
                  </a:extLst>
                </a:gridCol>
                <a:gridCol w="510988">
                  <a:extLst>
                    <a:ext uri="{9D8B030D-6E8A-4147-A177-3AD203B41FA5}">
                      <a16:colId xmlns:a16="http://schemas.microsoft.com/office/drawing/2014/main" val="1228157145"/>
                    </a:ext>
                  </a:extLst>
                </a:gridCol>
                <a:gridCol w="510988">
                  <a:extLst>
                    <a:ext uri="{9D8B030D-6E8A-4147-A177-3AD203B41FA5}">
                      <a16:colId xmlns:a16="http://schemas.microsoft.com/office/drawing/2014/main" val="1696613133"/>
                    </a:ext>
                  </a:extLst>
                </a:gridCol>
                <a:gridCol w="510988">
                  <a:extLst>
                    <a:ext uri="{9D8B030D-6E8A-4147-A177-3AD203B41FA5}">
                      <a16:colId xmlns:a16="http://schemas.microsoft.com/office/drawing/2014/main" val="1357161812"/>
                    </a:ext>
                  </a:extLst>
                </a:gridCol>
                <a:gridCol w="510988">
                  <a:extLst>
                    <a:ext uri="{9D8B030D-6E8A-4147-A177-3AD203B41FA5}">
                      <a16:colId xmlns:a16="http://schemas.microsoft.com/office/drawing/2014/main" val="156091303"/>
                    </a:ext>
                  </a:extLst>
                </a:gridCol>
                <a:gridCol w="510988">
                  <a:extLst>
                    <a:ext uri="{9D8B030D-6E8A-4147-A177-3AD203B41FA5}">
                      <a16:colId xmlns:a16="http://schemas.microsoft.com/office/drawing/2014/main" val="1930016491"/>
                    </a:ext>
                  </a:extLst>
                </a:gridCol>
                <a:gridCol w="510988">
                  <a:extLst>
                    <a:ext uri="{9D8B030D-6E8A-4147-A177-3AD203B41FA5}">
                      <a16:colId xmlns:a16="http://schemas.microsoft.com/office/drawing/2014/main" val="1444271243"/>
                    </a:ext>
                  </a:extLst>
                </a:gridCol>
                <a:gridCol w="510988">
                  <a:extLst>
                    <a:ext uri="{9D8B030D-6E8A-4147-A177-3AD203B41FA5}">
                      <a16:colId xmlns:a16="http://schemas.microsoft.com/office/drawing/2014/main" val="2353574673"/>
                    </a:ext>
                  </a:extLst>
                </a:gridCol>
                <a:gridCol w="510988">
                  <a:extLst>
                    <a:ext uri="{9D8B030D-6E8A-4147-A177-3AD203B41FA5}">
                      <a16:colId xmlns:a16="http://schemas.microsoft.com/office/drawing/2014/main" val="2157974670"/>
                    </a:ext>
                  </a:extLst>
                </a:gridCol>
                <a:gridCol w="510988">
                  <a:extLst>
                    <a:ext uri="{9D8B030D-6E8A-4147-A177-3AD203B41FA5}">
                      <a16:colId xmlns:a16="http://schemas.microsoft.com/office/drawing/2014/main" val="1147993445"/>
                    </a:ext>
                  </a:extLst>
                </a:gridCol>
                <a:gridCol w="510988">
                  <a:extLst>
                    <a:ext uri="{9D8B030D-6E8A-4147-A177-3AD203B41FA5}">
                      <a16:colId xmlns:a16="http://schemas.microsoft.com/office/drawing/2014/main" val="2986529880"/>
                    </a:ext>
                  </a:extLst>
                </a:gridCol>
                <a:gridCol w="510988">
                  <a:extLst>
                    <a:ext uri="{9D8B030D-6E8A-4147-A177-3AD203B41FA5}">
                      <a16:colId xmlns:a16="http://schemas.microsoft.com/office/drawing/2014/main" val="99908157"/>
                    </a:ext>
                  </a:extLst>
                </a:gridCol>
                <a:gridCol w="510988">
                  <a:extLst>
                    <a:ext uri="{9D8B030D-6E8A-4147-A177-3AD203B41FA5}">
                      <a16:colId xmlns:a16="http://schemas.microsoft.com/office/drawing/2014/main" val="2370812688"/>
                    </a:ext>
                  </a:extLst>
                </a:gridCol>
                <a:gridCol w="510988">
                  <a:extLst>
                    <a:ext uri="{9D8B030D-6E8A-4147-A177-3AD203B41FA5}">
                      <a16:colId xmlns:a16="http://schemas.microsoft.com/office/drawing/2014/main" val="694427069"/>
                    </a:ext>
                  </a:extLst>
                </a:gridCol>
                <a:gridCol w="510988">
                  <a:extLst>
                    <a:ext uri="{9D8B030D-6E8A-4147-A177-3AD203B41FA5}">
                      <a16:colId xmlns:a16="http://schemas.microsoft.com/office/drawing/2014/main" val="612196902"/>
                    </a:ext>
                  </a:extLst>
                </a:gridCol>
                <a:gridCol w="510988">
                  <a:extLst>
                    <a:ext uri="{9D8B030D-6E8A-4147-A177-3AD203B41FA5}">
                      <a16:colId xmlns:a16="http://schemas.microsoft.com/office/drawing/2014/main" val="1420699256"/>
                    </a:ext>
                  </a:extLst>
                </a:gridCol>
                <a:gridCol w="510988">
                  <a:extLst>
                    <a:ext uri="{9D8B030D-6E8A-4147-A177-3AD203B41FA5}">
                      <a16:colId xmlns:a16="http://schemas.microsoft.com/office/drawing/2014/main" val="891446130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algn="ctr"/>
                      <a:r>
                        <a:rPr lang="en-US" sz="800" dirty="0"/>
                        <a:t>1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/>
                        <a:t>2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/>
                        <a:t>3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61663846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/>
                      <a:r>
                        <a:rPr lang="en-US" sz="800" dirty="0"/>
                        <a:t>1281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/>
                        <a:t>1283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45180027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/>
                      <a:r>
                        <a:rPr lang="en-US" sz="800" dirty="0"/>
                        <a:t>2561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/>
                        <a:t>2563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537921064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/>
                      <a:r>
                        <a:rPr lang="en-US" sz="800" dirty="0"/>
                        <a:t>3841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/>
                        <a:t>3843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6353873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/>
                      <a:r>
                        <a:rPr lang="en-US" sz="800" dirty="0"/>
                        <a:t>5121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/>
                        <a:t>5123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639850769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/>
                      <a:r>
                        <a:rPr lang="en-US" sz="800" dirty="0"/>
                        <a:t>6401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/>
                        <a:t>6403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050963756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/>
                      <a:r>
                        <a:rPr lang="en-US" sz="800" dirty="0"/>
                        <a:t>7681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/>
                        <a:t>7683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816441425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/>
                      <a:r>
                        <a:rPr lang="en-US" sz="800" dirty="0"/>
                        <a:t>8961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/>
                        <a:t>8962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/>
                        <a:t>8963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930472054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/>
                      <a:r>
                        <a:rPr lang="en-US" sz="800" dirty="0"/>
                        <a:t>10241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/>
                        <a:t>10242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/>
                        <a:t>10243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89732501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/>
                      <a:r>
                        <a:rPr lang="en-US" sz="800" dirty="0"/>
                        <a:t>11521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/>
                        <a:t>11523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914587624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/>
                      <a:r>
                        <a:rPr lang="en-US" sz="800" dirty="0"/>
                        <a:t>12081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/>
                        <a:t>12083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624571929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/>
                      <a:r>
                        <a:rPr lang="en-US" sz="800" dirty="0"/>
                        <a:t>14081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/>
                        <a:t>14083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42727687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/>
                      <a:r>
                        <a:rPr lang="en-US" sz="800" dirty="0"/>
                        <a:t>15361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/>
                        <a:t>15363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887729747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/>
                      <a:r>
                        <a:rPr lang="en-US" sz="800" dirty="0"/>
                        <a:t>16641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/>
                        <a:t>16643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89862062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/>
                      <a:r>
                        <a:rPr lang="en-US" sz="800" dirty="0"/>
                        <a:t>17921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/>
                        <a:t>17923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615261867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/>
                      <a:r>
                        <a:rPr lang="en-US" sz="800" dirty="0"/>
                        <a:t>19201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/>
                        <a:t>19202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/>
                        <a:t>19203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345638826"/>
                  </a:ext>
                </a:extLst>
              </a:tr>
            </a:tbl>
          </a:graphicData>
        </a:graphic>
      </p:graphicFrame>
      <p:sp>
        <p:nvSpPr>
          <p:cNvPr id="14" name="TextBox 13">
            <a:extLst>
              <a:ext uri="{FF2B5EF4-FFF2-40B4-BE49-F238E27FC236}">
                <a16:creationId xmlns:a16="http://schemas.microsoft.com/office/drawing/2014/main" id="{7C589D9B-0B95-F144-9848-0E6D668B1FC8}"/>
              </a:ext>
            </a:extLst>
          </p:cNvPr>
          <p:cNvSpPr txBox="1"/>
          <p:nvPr/>
        </p:nvSpPr>
        <p:spPr>
          <a:xfrm>
            <a:off x="187698" y="3233371"/>
            <a:ext cx="9401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FFTSize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8C55C5A-DB68-E0D0-5452-8C3F0FBF0FBD}"/>
              </a:ext>
            </a:extLst>
          </p:cNvPr>
          <p:cNvSpPr txBox="1"/>
          <p:nvPr/>
        </p:nvSpPr>
        <p:spPr>
          <a:xfrm>
            <a:off x="5412319" y="322017"/>
            <a:ext cx="13673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nRangeBins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0509CBA-6DEA-88C3-6D20-2E4AEAB09CE7}"/>
              </a:ext>
            </a:extLst>
          </p:cNvPr>
          <p:cNvSpPr txBox="1"/>
          <p:nvPr/>
        </p:nvSpPr>
        <p:spPr>
          <a:xfrm>
            <a:off x="3921270" y="5699291"/>
            <a:ext cx="43494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samplesPerFrame = FFTSize * nRangeBins</a:t>
            </a:r>
          </a:p>
        </p:txBody>
      </p:sp>
      <p:sp>
        <p:nvSpPr>
          <p:cNvPr id="18" name="Left Brace 17">
            <a:extLst>
              <a:ext uri="{FF2B5EF4-FFF2-40B4-BE49-F238E27FC236}">
                <a16:creationId xmlns:a16="http://schemas.microsoft.com/office/drawing/2014/main" id="{877F6699-9C95-88EB-C79C-CA0DA4AE25E8}"/>
              </a:ext>
            </a:extLst>
          </p:cNvPr>
          <p:cNvSpPr/>
          <p:nvPr/>
        </p:nvSpPr>
        <p:spPr>
          <a:xfrm>
            <a:off x="1296140" y="1242064"/>
            <a:ext cx="367478" cy="4351946"/>
          </a:xfrm>
          <a:prstGeom prst="lef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Left Brace 18">
            <a:extLst>
              <a:ext uri="{FF2B5EF4-FFF2-40B4-BE49-F238E27FC236}">
                <a16:creationId xmlns:a16="http://schemas.microsoft.com/office/drawing/2014/main" id="{FFF75CCA-0023-D251-74BF-84B2CB926A8B}"/>
              </a:ext>
            </a:extLst>
          </p:cNvPr>
          <p:cNvSpPr/>
          <p:nvPr/>
        </p:nvSpPr>
        <p:spPr>
          <a:xfrm rot="5400000">
            <a:off x="5912261" y="-3370282"/>
            <a:ext cx="367478" cy="8686796"/>
          </a:xfrm>
          <a:prstGeom prst="lef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8AC3A3D6-D087-1551-3632-BBC19E3F47CD}"/>
              </a:ext>
            </a:extLst>
          </p:cNvPr>
          <p:cNvGrpSpPr/>
          <p:nvPr/>
        </p:nvGrpSpPr>
        <p:grpSpPr>
          <a:xfrm>
            <a:off x="10671048" y="1242064"/>
            <a:ext cx="945154" cy="307777"/>
            <a:chOff x="10671048" y="1242064"/>
            <a:chExt cx="945154" cy="307777"/>
          </a:xfrm>
        </p:grpSpPr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83BC58C7-B328-FFC3-50FB-09923FC189F6}"/>
                </a:ext>
              </a:extLst>
            </p:cNvPr>
            <p:cNvSpPr txBox="1"/>
            <p:nvPr/>
          </p:nvSpPr>
          <p:spPr>
            <a:xfrm>
              <a:off x="10911842" y="1242064"/>
              <a:ext cx="70436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/>
                <a:t>Sweep</a:t>
              </a:r>
            </a:p>
          </p:txBody>
        </p:sp>
        <p:sp>
          <p:nvSpPr>
            <p:cNvPr id="3" name="Right Brace 2">
              <a:extLst>
                <a:ext uri="{FF2B5EF4-FFF2-40B4-BE49-F238E27FC236}">
                  <a16:creationId xmlns:a16="http://schemas.microsoft.com/office/drawing/2014/main" id="{35847DC8-0783-C077-9FEE-F0BEA4FA99DA}"/>
                </a:ext>
              </a:extLst>
            </p:cNvPr>
            <p:cNvSpPr/>
            <p:nvPr/>
          </p:nvSpPr>
          <p:spPr>
            <a:xfrm>
              <a:off x="10671048" y="1263151"/>
              <a:ext cx="128016" cy="265603"/>
            </a:xfrm>
            <a:prstGeom prst="rightBrac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9401271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D3F0D8-9F76-0769-B1AE-D1796A8661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2DC2DFF0-34DB-9AB7-A33C-B4B41833080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82525349"/>
              </p:ext>
            </p:extLst>
          </p:nvPr>
        </p:nvGraphicFramePr>
        <p:xfrm>
          <a:off x="1752602" y="1319784"/>
          <a:ext cx="3576916" cy="438912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510988">
                  <a:extLst>
                    <a:ext uri="{9D8B030D-6E8A-4147-A177-3AD203B41FA5}">
                      <a16:colId xmlns:a16="http://schemas.microsoft.com/office/drawing/2014/main" val="414909843"/>
                    </a:ext>
                  </a:extLst>
                </a:gridCol>
                <a:gridCol w="510988">
                  <a:extLst>
                    <a:ext uri="{9D8B030D-6E8A-4147-A177-3AD203B41FA5}">
                      <a16:colId xmlns:a16="http://schemas.microsoft.com/office/drawing/2014/main" val="1696613133"/>
                    </a:ext>
                  </a:extLst>
                </a:gridCol>
                <a:gridCol w="510988">
                  <a:extLst>
                    <a:ext uri="{9D8B030D-6E8A-4147-A177-3AD203B41FA5}">
                      <a16:colId xmlns:a16="http://schemas.microsoft.com/office/drawing/2014/main" val="1357161812"/>
                    </a:ext>
                  </a:extLst>
                </a:gridCol>
                <a:gridCol w="510988">
                  <a:extLst>
                    <a:ext uri="{9D8B030D-6E8A-4147-A177-3AD203B41FA5}">
                      <a16:colId xmlns:a16="http://schemas.microsoft.com/office/drawing/2014/main" val="156091303"/>
                    </a:ext>
                  </a:extLst>
                </a:gridCol>
                <a:gridCol w="510988">
                  <a:extLst>
                    <a:ext uri="{9D8B030D-6E8A-4147-A177-3AD203B41FA5}">
                      <a16:colId xmlns:a16="http://schemas.microsoft.com/office/drawing/2014/main" val="1930016491"/>
                    </a:ext>
                  </a:extLst>
                </a:gridCol>
                <a:gridCol w="510988">
                  <a:extLst>
                    <a:ext uri="{9D8B030D-6E8A-4147-A177-3AD203B41FA5}">
                      <a16:colId xmlns:a16="http://schemas.microsoft.com/office/drawing/2014/main" val="1444271243"/>
                    </a:ext>
                  </a:extLst>
                </a:gridCol>
                <a:gridCol w="510988">
                  <a:extLst>
                    <a:ext uri="{9D8B030D-6E8A-4147-A177-3AD203B41FA5}">
                      <a16:colId xmlns:a16="http://schemas.microsoft.com/office/drawing/2014/main" val="891446130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algn="ctr"/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/>
                        <a:t>200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/>
                        <a:t>1280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61663846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/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/>
                        <a:t>1480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/>
                        <a:t>2560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45180027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/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/>
                        <a:t>2760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/>
                        <a:t>3840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537921064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/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/>
                        <a:t>4040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/>
                        <a:t>5120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6353873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/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/>
                        <a:t>5320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/>
                        <a:t>6400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639850769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/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/>
                        <a:t>6600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/>
                        <a:t>7680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050963756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/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/>
                        <a:t>7880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/>
                        <a:t>8960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816441425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/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/>
                        <a:t>9060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/>
                        <a:t>10240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930472054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/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/>
                        <a:t>10440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/>
                        <a:t>11520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89732501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/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/>
                        <a:t>11720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/>
                        <a:t>12800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914587624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/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/>
                        <a:t>12280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/>
                        <a:t>14080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624571929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/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/>
                        <a:t>14280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/>
                        <a:t>15360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42727687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/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/>
                        <a:t>15560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/>
                        <a:t>16640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887729747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/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/>
                        <a:t>16840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/>
                        <a:t>17920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89862062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/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/>
                        <a:t>18020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/>
                        <a:t>19200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615261867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/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/>
                        <a:t>19400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/>
                        <a:t>20480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345638826"/>
                  </a:ext>
                </a:extLst>
              </a:tr>
            </a:tbl>
          </a:graphicData>
        </a:graphic>
      </p:graphicFrame>
      <p:sp>
        <p:nvSpPr>
          <p:cNvPr id="14" name="TextBox 13">
            <a:extLst>
              <a:ext uri="{FF2B5EF4-FFF2-40B4-BE49-F238E27FC236}">
                <a16:creationId xmlns:a16="http://schemas.microsoft.com/office/drawing/2014/main" id="{C8FFB320-BEB8-3733-D230-B375ECD650FE}"/>
              </a:ext>
            </a:extLst>
          </p:cNvPr>
          <p:cNvSpPr txBox="1"/>
          <p:nvPr/>
        </p:nvSpPr>
        <p:spPr>
          <a:xfrm>
            <a:off x="187698" y="3233371"/>
            <a:ext cx="9401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FFTSize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2F9D515-626C-22B2-0667-E9D688115032}"/>
              </a:ext>
            </a:extLst>
          </p:cNvPr>
          <p:cNvSpPr txBox="1"/>
          <p:nvPr/>
        </p:nvSpPr>
        <p:spPr>
          <a:xfrm>
            <a:off x="2857379" y="257116"/>
            <a:ext cx="13673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nRangeBins</a:t>
            </a:r>
          </a:p>
        </p:txBody>
      </p:sp>
      <p:sp>
        <p:nvSpPr>
          <p:cNvPr id="18" name="Left Brace 17">
            <a:extLst>
              <a:ext uri="{FF2B5EF4-FFF2-40B4-BE49-F238E27FC236}">
                <a16:creationId xmlns:a16="http://schemas.microsoft.com/office/drawing/2014/main" id="{BEE1E28A-7B4E-A6CC-226A-96025342FB2D}"/>
              </a:ext>
            </a:extLst>
          </p:cNvPr>
          <p:cNvSpPr/>
          <p:nvPr/>
        </p:nvSpPr>
        <p:spPr>
          <a:xfrm>
            <a:off x="1296140" y="1242064"/>
            <a:ext cx="367478" cy="4351946"/>
          </a:xfrm>
          <a:prstGeom prst="lef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Left Brace 18">
            <a:extLst>
              <a:ext uri="{FF2B5EF4-FFF2-40B4-BE49-F238E27FC236}">
                <a16:creationId xmlns:a16="http://schemas.microsoft.com/office/drawing/2014/main" id="{994EE32B-7E32-07EE-E64B-A006BE3094E2}"/>
              </a:ext>
            </a:extLst>
          </p:cNvPr>
          <p:cNvSpPr/>
          <p:nvPr/>
        </p:nvSpPr>
        <p:spPr>
          <a:xfrm rot="5400000">
            <a:off x="3357321" y="-815342"/>
            <a:ext cx="367478" cy="3576916"/>
          </a:xfrm>
          <a:prstGeom prst="lef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59CF2094-302D-2909-0532-4830350C55E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89019284"/>
              </p:ext>
            </p:extLst>
          </p:nvPr>
        </p:nvGraphicFramePr>
        <p:xfrm>
          <a:off x="5855210" y="1319784"/>
          <a:ext cx="3576916" cy="438912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510988">
                  <a:extLst>
                    <a:ext uri="{9D8B030D-6E8A-4147-A177-3AD203B41FA5}">
                      <a16:colId xmlns:a16="http://schemas.microsoft.com/office/drawing/2014/main" val="414909843"/>
                    </a:ext>
                  </a:extLst>
                </a:gridCol>
                <a:gridCol w="510988">
                  <a:extLst>
                    <a:ext uri="{9D8B030D-6E8A-4147-A177-3AD203B41FA5}">
                      <a16:colId xmlns:a16="http://schemas.microsoft.com/office/drawing/2014/main" val="1696613133"/>
                    </a:ext>
                  </a:extLst>
                </a:gridCol>
                <a:gridCol w="510988">
                  <a:extLst>
                    <a:ext uri="{9D8B030D-6E8A-4147-A177-3AD203B41FA5}">
                      <a16:colId xmlns:a16="http://schemas.microsoft.com/office/drawing/2014/main" val="1357161812"/>
                    </a:ext>
                  </a:extLst>
                </a:gridCol>
                <a:gridCol w="510988">
                  <a:extLst>
                    <a:ext uri="{9D8B030D-6E8A-4147-A177-3AD203B41FA5}">
                      <a16:colId xmlns:a16="http://schemas.microsoft.com/office/drawing/2014/main" val="156091303"/>
                    </a:ext>
                  </a:extLst>
                </a:gridCol>
                <a:gridCol w="510988">
                  <a:extLst>
                    <a:ext uri="{9D8B030D-6E8A-4147-A177-3AD203B41FA5}">
                      <a16:colId xmlns:a16="http://schemas.microsoft.com/office/drawing/2014/main" val="1930016491"/>
                    </a:ext>
                  </a:extLst>
                </a:gridCol>
                <a:gridCol w="510988">
                  <a:extLst>
                    <a:ext uri="{9D8B030D-6E8A-4147-A177-3AD203B41FA5}">
                      <a16:colId xmlns:a16="http://schemas.microsoft.com/office/drawing/2014/main" val="1444271243"/>
                    </a:ext>
                  </a:extLst>
                </a:gridCol>
                <a:gridCol w="510988">
                  <a:extLst>
                    <a:ext uri="{9D8B030D-6E8A-4147-A177-3AD203B41FA5}">
                      <a16:colId xmlns:a16="http://schemas.microsoft.com/office/drawing/2014/main" val="891446130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algn="ctr"/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/>
                        <a:t>20680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61663846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/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/>
                        <a:t>21960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45180027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/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/>
                        <a:t>23240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537921064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/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/>
                        <a:t>24520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6353873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/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/>
                        <a:t>25800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639850769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/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/>
                        <a:t>27080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050963756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/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/>
                        <a:t>28360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816441425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/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/>
                        <a:t>29640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930472054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/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/>
                        <a:t>30920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89732501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/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/>
                        <a:t>32200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914587624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/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/>
                        <a:t>33480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624571929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/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/>
                        <a:t>34760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42727687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/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/>
                        <a:t>36040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887729747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/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/>
                        <a:t>37320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89862062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/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/>
                        <a:t>38600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615261867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/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/>
                        <a:t>39880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345638826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982B4164-A272-8B48-8492-FA08CC44A027}"/>
              </a:ext>
            </a:extLst>
          </p:cNvPr>
          <p:cNvSpPr txBox="1"/>
          <p:nvPr/>
        </p:nvSpPr>
        <p:spPr>
          <a:xfrm>
            <a:off x="9721842" y="3221179"/>
            <a:ext cx="6206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…=&gt;</a:t>
            </a:r>
          </a:p>
        </p:txBody>
      </p:sp>
      <p:sp>
        <p:nvSpPr>
          <p:cNvPr id="5" name="Left Brace 4">
            <a:extLst>
              <a:ext uri="{FF2B5EF4-FFF2-40B4-BE49-F238E27FC236}">
                <a16:creationId xmlns:a16="http://schemas.microsoft.com/office/drawing/2014/main" id="{0301DFC7-E323-D297-C1E2-EF181638E374}"/>
              </a:ext>
            </a:extLst>
          </p:cNvPr>
          <p:cNvSpPr/>
          <p:nvPr/>
        </p:nvSpPr>
        <p:spPr>
          <a:xfrm rot="5400000">
            <a:off x="7459929" y="-829750"/>
            <a:ext cx="367478" cy="3576916"/>
          </a:xfrm>
          <a:prstGeom prst="lef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729D6C8-DE6A-D671-2A10-79C42882357B}"/>
              </a:ext>
            </a:extLst>
          </p:cNvPr>
          <p:cNvSpPr txBox="1"/>
          <p:nvPr/>
        </p:nvSpPr>
        <p:spPr>
          <a:xfrm>
            <a:off x="6959987" y="316969"/>
            <a:ext cx="13673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nRangeBins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ECE99CE5-6FEA-FD19-F01C-368EEA16854A}"/>
              </a:ext>
            </a:extLst>
          </p:cNvPr>
          <p:cNvGrpSpPr/>
          <p:nvPr/>
        </p:nvGrpSpPr>
        <p:grpSpPr>
          <a:xfrm>
            <a:off x="9721842" y="1319784"/>
            <a:ext cx="945154" cy="307777"/>
            <a:chOff x="10671048" y="1242064"/>
            <a:chExt cx="945154" cy="307777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91C4481A-A4C6-2DD6-7A76-051A8635E744}"/>
                </a:ext>
              </a:extLst>
            </p:cNvPr>
            <p:cNvSpPr txBox="1"/>
            <p:nvPr/>
          </p:nvSpPr>
          <p:spPr>
            <a:xfrm>
              <a:off x="10911842" y="1242064"/>
              <a:ext cx="70436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/>
                <a:t>Sweep</a:t>
              </a:r>
            </a:p>
          </p:txBody>
        </p:sp>
        <p:sp>
          <p:nvSpPr>
            <p:cNvPr id="8" name="Right Brace 7">
              <a:extLst>
                <a:ext uri="{FF2B5EF4-FFF2-40B4-BE49-F238E27FC236}">
                  <a16:creationId xmlns:a16="http://schemas.microsoft.com/office/drawing/2014/main" id="{2480BF52-4887-A3D7-403E-B284181E3AA5}"/>
                </a:ext>
              </a:extLst>
            </p:cNvPr>
            <p:cNvSpPr/>
            <p:nvPr/>
          </p:nvSpPr>
          <p:spPr>
            <a:xfrm>
              <a:off x="10671048" y="1263151"/>
              <a:ext cx="128016" cy="265603"/>
            </a:xfrm>
            <a:prstGeom prst="rightBrac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BFC99309-6B08-6BB3-9662-08479C8AA698}"/>
              </a:ext>
            </a:extLst>
          </p:cNvPr>
          <p:cNvSpPr txBox="1"/>
          <p:nvPr/>
        </p:nvSpPr>
        <p:spPr>
          <a:xfrm>
            <a:off x="9849858" y="4616402"/>
            <a:ext cx="6094476" cy="12514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86"/>
              </a:lnSpc>
              <a:buNone/>
            </a:pPr>
            <a:r>
              <a:rPr lang="en-US" sz="1000" b="0" i="0" dirty="0">
                <a:effectLst/>
                <a:latin typeface="Menlo"/>
              </a:rPr>
              <a:t>1280 2560 3840 5120 6400 7680</a:t>
            </a:r>
            <a:br>
              <a:rPr lang="en-US" sz="1000" b="0" i="0" dirty="0">
                <a:effectLst/>
                <a:latin typeface="Menlo"/>
              </a:rPr>
            </a:br>
            <a:br>
              <a:rPr lang="en-US" sz="1000" b="0" i="0" dirty="0">
                <a:effectLst/>
                <a:latin typeface="Menlo"/>
              </a:rPr>
            </a:br>
            <a:br>
              <a:rPr lang="en-US" sz="1000" b="0" i="0" dirty="0">
                <a:effectLst/>
                <a:latin typeface="Menlo"/>
              </a:rPr>
            </a:br>
            <a:r>
              <a:rPr lang="en-US" sz="1000" b="0" i="0" dirty="0">
                <a:effectLst/>
                <a:latin typeface="Menlo"/>
              </a:rPr>
              <a:t>8960 10240 11520 12800 14080 15360</a:t>
            </a:r>
            <a:br>
              <a:rPr lang="en-US" sz="1000" b="0" i="0" dirty="0">
                <a:effectLst/>
                <a:latin typeface="Menlo"/>
              </a:rPr>
            </a:br>
            <a:br>
              <a:rPr lang="en-US" sz="1000" b="0" i="0" dirty="0">
                <a:effectLst/>
                <a:latin typeface="Menlo"/>
              </a:rPr>
            </a:br>
            <a:br>
              <a:rPr lang="en-US" sz="1000" b="0" i="0" dirty="0">
                <a:effectLst/>
                <a:latin typeface="Menlo"/>
              </a:rPr>
            </a:br>
            <a:r>
              <a:rPr lang="en-US" sz="1000" b="0" i="0" dirty="0">
                <a:effectLst/>
                <a:latin typeface="Menlo"/>
              </a:rPr>
              <a:t>16640 17920 19200 20480</a:t>
            </a:r>
          </a:p>
        </p:txBody>
      </p:sp>
    </p:spTree>
    <p:extLst>
      <p:ext uri="{BB962C8B-B14F-4D97-AF65-F5344CB8AC3E}">
        <p14:creationId xmlns:p14="http://schemas.microsoft.com/office/powerpoint/2010/main" val="2831008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F00CF7-D720-1183-3C60-53CD2850D0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Table">
            <a:extLst>
              <a:ext uri="{FF2B5EF4-FFF2-40B4-BE49-F238E27FC236}">
                <a16:creationId xmlns:a16="http://schemas.microsoft.com/office/drawing/2014/main" id="{838D964E-3BD6-DF8E-8C78-0825E7D83FD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3518" y="423444"/>
            <a:ext cx="5486400" cy="28516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112303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205</TotalTime>
  <Words>119</Words>
  <Application>Microsoft Office PowerPoint</Application>
  <PresentationFormat>Widescreen</PresentationFormat>
  <Paragraphs>94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Aptos</vt:lpstr>
      <vt:lpstr>Aptos Display</vt:lpstr>
      <vt:lpstr>Arial</vt:lpstr>
      <vt:lpstr>Menlo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Paul Bergman</dc:creator>
  <cp:lastModifiedBy>Paul Bergman</cp:lastModifiedBy>
  <cp:revision>3</cp:revision>
  <dcterms:created xsi:type="dcterms:W3CDTF">2025-10-30T14:33:39Z</dcterms:created>
  <dcterms:modified xsi:type="dcterms:W3CDTF">2025-11-13T18:25:10Z</dcterms:modified>
</cp:coreProperties>
</file>