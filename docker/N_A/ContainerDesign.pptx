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CBD9-13CE-B02A-5BA9-C62D8D6AF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8E6C29-8D13-2BC1-88B7-FDA0F677C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05662-76FD-E9A4-77FE-718B8470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FA2B4-B397-7B9D-2FBB-304C6746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F1503-A420-3478-A6B3-44F835225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5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7235-9D43-D54C-9127-F5300E58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3EE0-2B16-9B0E-3720-AC96A3245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1A36-D51E-BB58-E9FB-A7564701A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AA93D-9206-88AE-E779-437A71617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36C5E-92B8-8707-F86C-7E97602DF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0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FC60-1A26-659A-65CC-AEAB8AD7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974AC-72F2-FF44-2D7E-D9DE892B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9B0F6-E329-B622-C65F-DDC04E012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1FD56-4F34-DB2F-6FBF-44EE92E4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D5AFA-E086-B37C-391C-5D63B7A3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D3D3-26A4-A580-E33E-5C18D2C3C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7719E-9934-1D92-4AB4-CDD592BA1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B31D9-F45A-4D21-00D0-73DCD58A3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3117E-D35E-78D7-C299-CB2B299B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C425F-CED4-64DA-1BF2-254E4F44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AF26F-796F-19EB-B584-ABC996C5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075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13F9-F411-FA7C-EF40-6F9A81DE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FC27B-F351-0FC4-2769-AD11BD378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1E473-4ACA-505C-7988-75BABCC8F1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5C207D-FCBF-C0E5-3562-A09E608AE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DDD43-5846-AA8E-CEF1-58E9BD943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612CF5-B0EC-5723-F734-81A5EB349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588EF-D5FC-CE9A-6C83-AE7D48E38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836BD-F418-6CF6-55F1-AC6084661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4BAD-94B7-724F-128A-70492F23D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85401-329E-15B5-AD69-A33EA275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CE24F-62C0-FB89-9C5C-DE969E12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1B494-8969-26DC-4253-57E0210D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4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1F7028-66EB-BC46-7B5C-7FBEA3FAB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A2A2A-A08F-C290-BF01-42415856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80212-FA41-F838-E484-C129C8ED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9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9FD8-CD1F-E555-39E8-924C16999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DF002-4970-24FE-32C7-DEFEBC25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5DBF1-E58F-DA3E-09D7-B2F2A0F672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FCE94-8125-9431-CB4F-B51F4DC61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B84BB-2F21-9EA3-A095-E3E031A37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075A2-360B-FB35-94B8-6403574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531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5E716-CBAB-5EA8-236B-3FE6A387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54BB22-F91E-9FD3-3722-E6425C932F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019AB-5818-10FD-DEBA-2A1D4C1F2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53AE2-7951-EC89-C942-489CDC6B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740FC-393C-692C-66DE-FE4E8445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32A50-8A69-A616-4934-12065B76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5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4BBBB-2C64-4BF0-1682-77CA62B6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371DB-F97F-F4D1-C5CC-F37256555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5DDFE-DB14-BC7D-F876-9F86CA5A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D69A9-7060-8598-450F-5C26F8ED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6EA5-1BBD-FB61-B30C-848C10250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2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1C87D6-B7CE-EBC3-BEB3-1B1B4A3EB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205BF-FAC9-6A8F-C091-56B07C534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2E173-3710-3569-6DAD-92E48876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2A78-DCA5-EF51-F35B-4FEB5F0B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E2C51-A688-A48F-19A4-77E4E8D2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24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81226-CEC0-BE3C-D5E8-BD334905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E748C-8F02-C096-B629-D1A24049B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05A14-4E2A-7C25-29CA-FB1D44C474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EAC00-9F4B-4AF9-A189-1DC648691AE9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833D5-6849-7B63-FD0C-9B2696519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D328-2A2F-33BB-170D-2F204A3ECC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A0D5A-0BB2-4ADF-9143-8D423BB9C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99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DB5416-CD5B-07E4-DF1F-C1E7C9EDE259}"/>
              </a:ext>
            </a:extLst>
          </p:cNvPr>
          <p:cNvSpPr/>
          <p:nvPr/>
        </p:nvSpPr>
        <p:spPr>
          <a:xfrm>
            <a:off x="2300478" y="1200912"/>
            <a:ext cx="1343025" cy="8001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/data00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1645A7-378B-B5F7-B607-5AF291DE756E}"/>
              </a:ext>
            </a:extLst>
          </p:cNvPr>
          <p:cNvSpPr/>
          <p:nvPr/>
        </p:nvSpPr>
        <p:spPr>
          <a:xfrm>
            <a:off x="2300478" y="2976373"/>
            <a:ext cx="1343025" cy="8001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/data99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A357B55-3FA0-D449-A157-47EC3FC3F83F}"/>
              </a:ext>
            </a:extLst>
          </p:cNvPr>
          <p:cNvCxnSpPr>
            <a:stCxn id="4" idx="3"/>
            <a:endCxn id="14" idx="3"/>
          </p:cNvCxnSpPr>
          <p:nvPr/>
        </p:nvCxnSpPr>
        <p:spPr>
          <a:xfrm>
            <a:off x="3643503" y="1600962"/>
            <a:ext cx="1199769" cy="7383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246DEF-915D-509A-BA2F-FA2E23A06C97}"/>
              </a:ext>
            </a:extLst>
          </p:cNvPr>
          <p:cNvSpPr/>
          <p:nvPr/>
        </p:nvSpPr>
        <p:spPr>
          <a:xfrm>
            <a:off x="2300478" y="2088642"/>
            <a:ext cx="1343025" cy="8001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/data01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353F5B8-6135-C077-926C-20414ADC8856}"/>
              </a:ext>
            </a:extLst>
          </p:cNvPr>
          <p:cNvGrpSpPr/>
          <p:nvPr/>
        </p:nvGrpSpPr>
        <p:grpSpPr>
          <a:xfrm>
            <a:off x="4751832" y="1837944"/>
            <a:ext cx="1822704" cy="1316736"/>
            <a:chOff x="4751832" y="1837944"/>
            <a:chExt cx="1822704" cy="1316736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744543E9-423C-1C73-A6DB-188AF421E958}"/>
                </a:ext>
              </a:extLst>
            </p:cNvPr>
            <p:cNvSpPr/>
            <p:nvPr/>
          </p:nvSpPr>
          <p:spPr>
            <a:xfrm>
              <a:off x="4800600" y="1837944"/>
              <a:ext cx="1773936" cy="1316736"/>
            </a:xfrm>
            <a:prstGeom prst="snip1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Docker Container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6054C6B-7E9A-9063-374F-C9F9BD8120F8}"/>
                </a:ext>
              </a:extLst>
            </p:cNvPr>
            <p:cNvGrpSpPr/>
            <p:nvPr/>
          </p:nvGrpSpPr>
          <p:grpSpPr>
            <a:xfrm>
              <a:off x="4751832" y="2307336"/>
              <a:ext cx="91440" cy="377952"/>
              <a:chOff x="4742688" y="429768"/>
              <a:chExt cx="91440" cy="37795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09B73C7-DF25-C7F3-C23F-1367147809EE}"/>
                  </a:ext>
                </a:extLst>
              </p:cNvPr>
              <p:cNvSpPr/>
              <p:nvPr/>
            </p:nvSpPr>
            <p:spPr>
              <a:xfrm>
                <a:off x="4742688" y="429768"/>
                <a:ext cx="91440" cy="640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FBE4F50-B25F-E2FD-2660-3A4F0F426C78}"/>
                  </a:ext>
                </a:extLst>
              </p:cNvPr>
              <p:cNvSpPr/>
              <p:nvPr/>
            </p:nvSpPr>
            <p:spPr>
              <a:xfrm>
                <a:off x="4742688" y="586740"/>
                <a:ext cx="91440" cy="640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842F068-B9DA-028F-751C-DABB7D254D34}"/>
                  </a:ext>
                </a:extLst>
              </p:cNvPr>
              <p:cNvSpPr/>
              <p:nvPr/>
            </p:nvSpPr>
            <p:spPr>
              <a:xfrm>
                <a:off x="4742688" y="743712"/>
                <a:ext cx="91440" cy="64008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DD0FA1-6390-5890-C7B5-C025BE321B8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3643503" y="2470404"/>
            <a:ext cx="1108329" cy="259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AB90D8-E6F5-1B6F-B25F-C2F88BF15F29}"/>
              </a:ext>
            </a:extLst>
          </p:cNvPr>
          <p:cNvCxnSpPr>
            <a:stCxn id="6" idx="3"/>
            <a:endCxn id="16" idx="2"/>
          </p:cNvCxnSpPr>
          <p:nvPr/>
        </p:nvCxnSpPr>
        <p:spPr>
          <a:xfrm flipV="1">
            <a:off x="3643503" y="2685288"/>
            <a:ext cx="1154049" cy="691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282CAC-04B8-E77B-5887-FD3A9C827C42}"/>
              </a:ext>
            </a:extLst>
          </p:cNvPr>
          <p:cNvSpPr txBox="1"/>
          <p:nvPr/>
        </p:nvSpPr>
        <p:spPr>
          <a:xfrm>
            <a:off x="2587975" y="694944"/>
            <a:ext cx="7680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Volumes</a:t>
            </a:r>
          </a:p>
        </p:txBody>
      </p:sp>
    </p:spTree>
    <p:extLst>
      <p:ext uri="{BB962C8B-B14F-4D97-AF65-F5344CB8AC3E}">
        <p14:creationId xmlns:p14="http://schemas.microsoft.com/office/powerpoint/2010/main" val="1166393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Bergman</dc:creator>
  <cp:lastModifiedBy>Paul Bergman</cp:lastModifiedBy>
  <cp:revision>1</cp:revision>
  <dcterms:created xsi:type="dcterms:W3CDTF">2026-01-04T02:14:05Z</dcterms:created>
  <dcterms:modified xsi:type="dcterms:W3CDTF">2026-01-04T02:38:15Z</dcterms:modified>
</cp:coreProperties>
</file>