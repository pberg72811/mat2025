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8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8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5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89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8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0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7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2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2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9ECEA-0144-404B-8753-896C5FFB9C8B}" type="datetimeFigureOut">
              <a:rPr lang="en-US" smtClean="0"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99B9-2ECE-472B-B4C5-6985A6885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7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RPEI </a:t>
            </a:r>
            <a:r>
              <a:rPr lang="en-US" dirty="0" smtClean="0"/>
              <a:t>Advanced Ionospheric Model (AIM)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January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188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/>
          <p:cNvGrpSpPr/>
          <p:nvPr/>
        </p:nvGrpSpPr>
        <p:grpSpPr>
          <a:xfrm>
            <a:off x="711436" y="103543"/>
            <a:ext cx="11164427" cy="6439483"/>
            <a:chOff x="711436" y="103543"/>
            <a:chExt cx="11164427" cy="6439483"/>
          </a:xfrm>
        </p:grpSpPr>
        <p:grpSp>
          <p:nvGrpSpPr>
            <p:cNvPr id="13" name="Group 12"/>
            <p:cNvGrpSpPr/>
            <p:nvPr/>
          </p:nvGrpSpPr>
          <p:grpSpPr>
            <a:xfrm>
              <a:off x="1868557" y="649357"/>
              <a:ext cx="1083210" cy="1205947"/>
              <a:chOff x="1868557" y="649357"/>
              <a:chExt cx="1083210" cy="1205947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186855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204909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22962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41016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9069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77123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295176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5369068" y="649356"/>
              <a:ext cx="1083210" cy="1205947"/>
              <a:chOff x="1868557" y="649357"/>
              <a:chExt cx="1083210" cy="1205947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186855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204909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222962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41016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259069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77123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295176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8869578" y="649356"/>
              <a:ext cx="1083210" cy="1205947"/>
              <a:chOff x="1868557" y="649357"/>
              <a:chExt cx="1083210" cy="1205947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186855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204909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222962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241016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59069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2771232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2951767" y="649357"/>
                <a:ext cx="0" cy="1205947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Rectangle 29"/>
            <p:cNvSpPr/>
            <p:nvPr/>
          </p:nvSpPr>
          <p:spPr>
            <a:xfrm>
              <a:off x="1657540" y="2419643"/>
              <a:ext cx="1505243" cy="4079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           BE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158051" y="2419643"/>
              <a:ext cx="1505243" cy="4079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FE           BE</a:t>
              </a:r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642047" y="2419643"/>
              <a:ext cx="1505243" cy="4079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FE           BE</a:t>
              </a:r>
              <a:endParaRPr lang="en-US" dirty="0"/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868557" y="1855302"/>
              <a:ext cx="108321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369068" y="1837256"/>
              <a:ext cx="108321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8869579" y="1855303"/>
              <a:ext cx="108321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cxnSpLocks/>
              <a:endCxn id="30" idx="0"/>
            </p:cNvCxnSpPr>
            <p:nvPr/>
          </p:nvCxnSpPr>
          <p:spPr>
            <a:xfrm>
              <a:off x="2410162" y="1855301"/>
              <a:ext cx="0" cy="564342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cxnSpLocks/>
            </p:cNvCxnSpPr>
            <p:nvPr/>
          </p:nvCxnSpPr>
          <p:spPr>
            <a:xfrm>
              <a:off x="5910673" y="1855301"/>
              <a:ext cx="0" cy="564342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cxnSpLocks/>
            </p:cNvCxnSpPr>
            <p:nvPr/>
          </p:nvCxnSpPr>
          <p:spPr>
            <a:xfrm>
              <a:off x="9411184" y="1855301"/>
              <a:ext cx="0" cy="564342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>
              <a:off x="4037428" y="3409992"/>
              <a:ext cx="3756073" cy="4079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SWITCH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836594" y="103543"/>
              <a:ext cx="11881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BEV-B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19925" y="113554"/>
              <a:ext cx="12186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BEV-D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833713" y="113048"/>
              <a:ext cx="11849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BEV-C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789657" y="4561475"/>
              <a:ext cx="4248443" cy="18850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RPEI Advanced Ionospheric Model</a:t>
              </a:r>
              <a:endParaRPr lang="en-US" dirty="0"/>
            </a:p>
          </p:txBody>
        </p:sp>
        <p:cxnSp>
          <p:nvCxnSpPr>
            <p:cNvPr id="48" name="Straight Arrow Connector 47"/>
            <p:cNvCxnSpPr>
              <a:stCxn id="31" idx="2"/>
              <a:endCxn id="42" idx="0"/>
            </p:cNvCxnSpPr>
            <p:nvPr/>
          </p:nvCxnSpPr>
          <p:spPr>
            <a:xfrm>
              <a:off x="5910673" y="2827606"/>
              <a:ext cx="4792" cy="582386"/>
            </a:xfrm>
            <a:prstGeom prst="straightConnector1">
              <a:avLst/>
            </a:prstGeom>
            <a:ln w="22225"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2" idx="2"/>
              <a:endCxn id="42" idx="3"/>
            </p:cNvCxnSpPr>
            <p:nvPr/>
          </p:nvCxnSpPr>
          <p:spPr>
            <a:xfrm flipH="1">
              <a:off x="7793501" y="2827606"/>
              <a:ext cx="1601168" cy="786368"/>
            </a:xfrm>
            <a:prstGeom prst="straightConnector1">
              <a:avLst/>
            </a:prstGeom>
            <a:ln w="22225"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0" idx="2"/>
              <a:endCxn id="42" idx="1"/>
            </p:cNvCxnSpPr>
            <p:nvPr/>
          </p:nvCxnSpPr>
          <p:spPr>
            <a:xfrm>
              <a:off x="2410162" y="2827606"/>
              <a:ext cx="1627266" cy="786368"/>
            </a:xfrm>
            <a:prstGeom prst="straightConnector1">
              <a:avLst/>
            </a:prstGeom>
            <a:ln w="22225"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77"/>
            <p:cNvGrpSpPr/>
            <p:nvPr/>
          </p:nvGrpSpPr>
          <p:grpSpPr>
            <a:xfrm>
              <a:off x="711436" y="4740812"/>
              <a:ext cx="2250315" cy="1408953"/>
              <a:chOff x="711436" y="4740812"/>
              <a:chExt cx="2250315" cy="1408953"/>
            </a:xfrm>
          </p:grpSpPr>
          <p:sp>
            <p:nvSpPr>
              <p:cNvPr id="53" name="TextBox 52"/>
              <p:cNvSpPr txBox="1"/>
              <p:nvPr/>
            </p:nvSpPr>
            <p:spPr>
              <a:xfrm>
                <a:off x="731520" y="4740812"/>
                <a:ext cx="1072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VI, HCCM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31520" y="5122123"/>
                <a:ext cx="6347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KRPs</a:t>
                </a:r>
                <a:endParaRPr 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11436" y="5503434"/>
                <a:ext cx="22503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Tracks (radar) from Tracker and Exmore</a:t>
                </a:r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1366246" y="4925478"/>
              <a:ext cx="2438758" cy="762622"/>
              <a:chOff x="1366246" y="4925478"/>
              <a:chExt cx="2438758" cy="762622"/>
            </a:xfrm>
          </p:grpSpPr>
          <p:cxnSp>
            <p:nvCxnSpPr>
              <p:cNvPr id="58" name="Straight Arrow Connector 57"/>
              <p:cNvCxnSpPr>
                <a:cxnSpLocks/>
                <a:stCxn id="53" idx="3"/>
              </p:cNvCxnSpPr>
              <p:nvPr/>
            </p:nvCxnSpPr>
            <p:spPr>
              <a:xfrm>
                <a:off x="1804250" y="4925478"/>
                <a:ext cx="2000754" cy="0"/>
              </a:xfrm>
              <a:prstGeom prst="straightConnector1">
                <a:avLst/>
              </a:prstGeom>
              <a:ln w="22225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>
                <a:cxnSpLocks/>
                <a:stCxn id="54" idx="3"/>
              </p:cNvCxnSpPr>
              <p:nvPr/>
            </p:nvCxnSpPr>
            <p:spPr>
              <a:xfrm>
                <a:off x="1366246" y="5306789"/>
                <a:ext cx="2438758" cy="0"/>
              </a:xfrm>
              <a:prstGeom prst="straightConnector1">
                <a:avLst/>
              </a:prstGeom>
              <a:ln w="22225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>
                <a:cxnSpLocks/>
              </p:cNvCxnSpPr>
              <p:nvPr/>
            </p:nvCxnSpPr>
            <p:spPr>
              <a:xfrm>
                <a:off x="2670312" y="5688100"/>
                <a:ext cx="1134692" cy="0"/>
              </a:xfrm>
              <a:prstGeom prst="straightConnector1">
                <a:avLst/>
              </a:prstGeom>
              <a:ln w="22225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TextBox 64"/>
            <p:cNvSpPr txBox="1"/>
            <p:nvPr/>
          </p:nvSpPr>
          <p:spPr>
            <a:xfrm>
              <a:off x="2242834" y="6173694"/>
              <a:ext cx="1534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DDS Subscribe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105651" y="6149765"/>
              <a:ext cx="1308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DDS Publish</a:t>
              </a:r>
            </a:p>
          </p:txBody>
        </p:sp>
        <p:cxnSp>
          <p:nvCxnSpPr>
            <p:cNvPr id="67" name="Straight Arrow Connector 66"/>
            <p:cNvCxnSpPr>
              <a:cxnSpLocks/>
              <a:stCxn id="42" idx="2"/>
              <a:endCxn id="46" idx="0"/>
            </p:cNvCxnSpPr>
            <p:nvPr/>
          </p:nvCxnSpPr>
          <p:spPr>
            <a:xfrm flipH="1">
              <a:off x="5913879" y="3817955"/>
              <a:ext cx="1586" cy="743520"/>
            </a:xfrm>
            <a:prstGeom prst="straightConnector1">
              <a:avLst/>
            </a:prstGeom>
            <a:ln w="22225"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6009108" y="3820383"/>
              <a:ext cx="1484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NB6 – OI, FOI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292570" y="3971582"/>
              <a:ext cx="1534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DDS Subscribe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001930" y="4192143"/>
              <a:ext cx="1426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NB7 - RTCCM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8169330" y="4712676"/>
              <a:ext cx="2638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Tracks (ground) to Exmore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169330" y="5093987"/>
              <a:ext cx="1474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LOS CR Tables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139262" y="5475298"/>
              <a:ext cx="2250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Skywave CR Tables</a:t>
              </a:r>
            </a:p>
          </p:txBody>
        </p:sp>
        <p:cxnSp>
          <p:nvCxnSpPr>
            <p:cNvPr id="85" name="Straight Arrow Connector 84"/>
            <p:cNvCxnSpPr>
              <a:cxnSpLocks/>
              <a:stCxn id="80" idx="3"/>
            </p:cNvCxnSpPr>
            <p:nvPr/>
          </p:nvCxnSpPr>
          <p:spPr>
            <a:xfrm>
              <a:off x="10808066" y="4897342"/>
              <a:ext cx="1067797" cy="0"/>
            </a:xfrm>
            <a:prstGeom prst="straightConnector1">
              <a:avLst/>
            </a:prstGeom>
            <a:ln w="2222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cxnSpLocks/>
              <a:stCxn id="81" idx="3"/>
            </p:cNvCxnSpPr>
            <p:nvPr/>
          </p:nvCxnSpPr>
          <p:spPr>
            <a:xfrm>
              <a:off x="9643773" y="5278653"/>
              <a:ext cx="2232090" cy="0"/>
            </a:xfrm>
            <a:prstGeom prst="straightConnector1">
              <a:avLst/>
            </a:prstGeom>
            <a:ln w="2222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cxnSpLocks/>
            </p:cNvCxnSpPr>
            <p:nvPr/>
          </p:nvCxnSpPr>
          <p:spPr>
            <a:xfrm>
              <a:off x="10147290" y="5659964"/>
              <a:ext cx="1728573" cy="0"/>
            </a:xfrm>
            <a:prstGeom prst="straightConnector1">
              <a:avLst/>
            </a:prstGeom>
            <a:ln w="2222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2722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61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RPEI Advanced Ionospheric Model (AIM)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Nancy</dc:creator>
  <cp:lastModifiedBy>WALLER, RALPH C CTR USAF HAF NASIC/GSMR</cp:lastModifiedBy>
  <cp:revision>40</cp:revision>
  <cp:lastPrinted>2017-08-25T13:29:51Z</cp:lastPrinted>
  <dcterms:created xsi:type="dcterms:W3CDTF">2017-06-21T00:12:37Z</dcterms:created>
  <dcterms:modified xsi:type="dcterms:W3CDTF">2017-09-07T19:12:04Z</dcterms:modified>
</cp:coreProperties>
</file>